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4" r:id="rId1"/>
  </p:sldMasterIdLst>
  <p:sldIdLst>
    <p:sldId id="26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3BA9D6-7B62-47B3-8D5A-AD1F99816700}" v="55" dt="2025-11-14T13:57:52.94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0" d="100"/>
          <a:sy n="60" d="100"/>
        </p:scale>
        <p:origin x="6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080001" cy="1080001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kutty08059@gmail.com" userId="3b1bebe219893db7" providerId="LiveId" clId="{3987A655-7E53-4E60-A820-DDFD27899FAE}"/>
    <pc:docChg chg="undo redo custSel addSld delSld modSld">
      <pc:chgData name="anukutty08059@gmail.com" userId="3b1bebe219893db7" providerId="LiveId" clId="{3987A655-7E53-4E60-A820-DDFD27899FAE}" dt="2025-11-14T13:59:08.256" v="511" actId="1076"/>
      <pc:docMkLst>
        <pc:docMk/>
      </pc:docMkLst>
      <pc:sldChg chg="modSp new add del mod chgLayout">
        <pc:chgData name="anukutty08059@gmail.com" userId="3b1bebe219893db7" providerId="LiveId" clId="{3987A655-7E53-4E60-A820-DDFD27899FAE}" dt="2025-11-14T13:50:06.113" v="436" actId="2696"/>
        <pc:sldMkLst>
          <pc:docMk/>
          <pc:sldMk cId="3001220314" sldId="256"/>
        </pc:sldMkLst>
        <pc:spChg chg="mod ord">
          <ac:chgData name="anukutty08059@gmail.com" userId="3b1bebe219893db7" providerId="LiveId" clId="{3987A655-7E53-4E60-A820-DDFD27899FAE}" dt="2025-11-14T13:46:36.101" v="398" actId="20577"/>
          <ac:spMkLst>
            <pc:docMk/>
            <pc:sldMk cId="3001220314" sldId="256"/>
            <ac:spMk id="2" creationId="{161CC9E5-88E9-7DC0-3017-619E02CA2C00}"/>
          </ac:spMkLst>
        </pc:spChg>
        <pc:spChg chg="mod ord">
          <ac:chgData name="anukutty08059@gmail.com" userId="3b1bebe219893db7" providerId="LiveId" clId="{3987A655-7E53-4E60-A820-DDFD27899FAE}" dt="2025-11-14T13:16:34.024" v="49" actId="700"/>
          <ac:spMkLst>
            <pc:docMk/>
            <pc:sldMk cId="3001220314" sldId="256"/>
            <ac:spMk id="3" creationId="{17D90344-7F92-F893-F380-7FCA655E1137}"/>
          </ac:spMkLst>
        </pc:spChg>
      </pc:sldChg>
      <pc:sldChg chg="modSp new del mod chgLayout">
        <pc:chgData name="anukutty08059@gmail.com" userId="3b1bebe219893db7" providerId="LiveId" clId="{3987A655-7E53-4E60-A820-DDFD27899FAE}" dt="2025-11-14T13:58:42.476" v="508" actId="2696"/>
        <pc:sldMkLst>
          <pc:docMk/>
          <pc:sldMk cId="2148619024" sldId="257"/>
        </pc:sldMkLst>
        <pc:spChg chg="mod ord">
          <ac:chgData name="anukutty08059@gmail.com" userId="3b1bebe219893db7" providerId="LiveId" clId="{3987A655-7E53-4E60-A820-DDFD27899FAE}" dt="2025-11-14T13:48:24.049" v="404" actId="255"/>
          <ac:spMkLst>
            <pc:docMk/>
            <pc:sldMk cId="2148619024" sldId="257"/>
            <ac:spMk id="2" creationId="{991700A4-59A7-9449-65CD-4989AF3C97E4}"/>
          </ac:spMkLst>
        </pc:spChg>
        <pc:spChg chg="mod ord">
          <ac:chgData name="anukutty08059@gmail.com" userId="3b1bebe219893db7" providerId="LiveId" clId="{3987A655-7E53-4E60-A820-DDFD27899FAE}" dt="2025-11-14T13:48:31.520" v="406" actId="1076"/>
          <ac:spMkLst>
            <pc:docMk/>
            <pc:sldMk cId="2148619024" sldId="257"/>
            <ac:spMk id="3" creationId="{257AE90A-1302-1D4A-5651-8BC1CB4B3E7A}"/>
          </ac:spMkLst>
        </pc:spChg>
      </pc:sldChg>
      <pc:sldChg chg="new del">
        <pc:chgData name="anukutty08059@gmail.com" userId="3b1bebe219893db7" providerId="LiveId" clId="{3987A655-7E53-4E60-A820-DDFD27899FAE}" dt="2025-11-14T13:16:31.355" v="48" actId="680"/>
        <pc:sldMkLst>
          <pc:docMk/>
          <pc:sldMk cId="2902001422" sldId="257"/>
        </pc:sldMkLst>
      </pc:sldChg>
      <pc:sldChg chg="modSp new mod">
        <pc:chgData name="anukutty08059@gmail.com" userId="3b1bebe219893db7" providerId="LiveId" clId="{3987A655-7E53-4E60-A820-DDFD27899FAE}" dt="2025-11-14T13:58:55.625" v="510" actId="20577"/>
        <pc:sldMkLst>
          <pc:docMk/>
          <pc:sldMk cId="1403728404" sldId="258"/>
        </pc:sldMkLst>
        <pc:spChg chg="mod">
          <ac:chgData name="anukutty08059@gmail.com" userId="3b1bebe219893db7" providerId="LiveId" clId="{3987A655-7E53-4E60-A820-DDFD27899FAE}" dt="2025-11-14T13:50:06.922" v="437" actId="1076"/>
          <ac:spMkLst>
            <pc:docMk/>
            <pc:sldMk cId="1403728404" sldId="258"/>
            <ac:spMk id="2" creationId="{2A77B4BE-DC5E-3286-07B1-FC22875499EC}"/>
          </ac:spMkLst>
        </pc:spChg>
        <pc:spChg chg="mod">
          <ac:chgData name="anukutty08059@gmail.com" userId="3b1bebe219893db7" providerId="LiveId" clId="{3987A655-7E53-4E60-A820-DDFD27899FAE}" dt="2025-11-14T13:58:55.625" v="510" actId="20577"/>
          <ac:spMkLst>
            <pc:docMk/>
            <pc:sldMk cId="1403728404" sldId="258"/>
            <ac:spMk id="3" creationId="{CE123917-E6A6-6D1A-6696-5CA57CB0D192}"/>
          </ac:spMkLst>
        </pc:spChg>
      </pc:sldChg>
      <pc:sldChg chg="new del">
        <pc:chgData name="anukutty08059@gmail.com" userId="3b1bebe219893db7" providerId="LiveId" clId="{3987A655-7E53-4E60-A820-DDFD27899FAE}" dt="2025-11-14T13:17:40.328" v="76" actId="2696"/>
        <pc:sldMkLst>
          <pc:docMk/>
          <pc:sldMk cId="2252022267" sldId="258"/>
        </pc:sldMkLst>
      </pc:sldChg>
      <pc:sldChg chg="addSp delSp modSp add mod">
        <pc:chgData name="anukutty08059@gmail.com" userId="3b1bebe219893db7" providerId="LiveId" clId="{3987A655-7E53-4E60-A820-DDFD27899FAE}" dt="2025-11-14T13:59:08.256" v="511" actId="1076"/>
        <pc:sldMkLst>
          <pc:docMk/>
          <pc:sldMk cId="1017211943" sldId="259"/>
        </pc:sldMkLst>
        <pc:spChg chg="mod">
          <ac:chgData name="anukutty08059@gmail.com" userId="3b1bebe219893db7" providerId="LiveId" clId="{3987A655-7E53-4E60-A820-DDFD27899FAE}" dt="2025-11-14T13:30:50.431" v="187" actId="1076"/>
          <ac:spMkLst>
            <pc:docMk/>
            <pc:sldMk cId="1017211943" sldId="259"/>
            <ac:spMk id="2" creationId="{38ED8743-66C6-481A-1490-67AB0BC9D1E6}"/>
          </ac:spMkLst>
        </pc:spChg>
        <pc:spChg chg="del">
          <ac:chgData name="anukutty08059@gmail.com" userId="3b1bebe219893db7" providerId="LiveId" clId="{3987A655-7E53-4E60-A820-DDFD27899FAE}" dt="2025-11-14T13:24:58.070" v="119" actId="931"/>
          <ac:spMkLst>
            <pc:docMk/>
            <pc:sldMk cId="1017211943" sldId="259"/>
            <ac:spMk id="3" creationId="{81AF67BB-D4C0-F023-A161-9F6B7F770F93}"/>
          </ac:spMkLst>
        </pc:spChg>
        <pc:spChg chg="add mod">
          <ac:chgData name="anukutty08059@gmail.com" userId="3b1bebe219893db7" providerId="LiveId" clId="{3987A655-7E53-4E60-A820-DDFD27899FAE}" dt="2025-11-14T13:59:08.256" v="511" actId="1076"/>
          <ac:spMkLst>
            <pc:docMk/>
            <pc:sldMk cId="1017211943" sldId="259"/>
            <ac:spMk id="6" creationId="{CAF0F4E7-B6A6-7473-8D5F-4403878A23C9}"/>
          </ac:spMkLst>
        </pc:spChg>
        <pc:picChg chg="add mod">
          <ac:chgData name="anukutty08059@gmail.com" userId="3b1bebe219893db7" providerId="LiveId" clId="{3987A655-7E53-4E60-A820-DDFD27899FAE}" dt="2025-11-14T13:50:28.472" v="441" actId="14100"/>
          <ac:picMkLst>
            <pc:docMk/>
            <pc:sldMk cId="1017211943" sldId="259"/>
            <ac:picMk id="5" creationId="{EE42DD95-041A-0F0E-5E79-F69AB70357B2}"/>
          </ac:picMkLst>
        </pc:picChg>
      </pc:sldChg>
      <pc:sldChg chg="addSp delSp modSp new mod">
        <pc:chgData name="anukutty08059@gmail.com" userId="3b1bebe219893db7" providerId="LiveId" clId="{3987A655-7E53-4E60-A820-DDFD27899FAE}" dt="2025-11-14T13:51:10.912" v="453" actId="1076"/>
        <pc:sldMkLst>
          <pc:docMk/>
          <pc:sldMk cId="979893901" sldId="260"/>
        </pc:sldMkLst>
        <pc:spChg chg="mod">
          <ac:chgData name="anukutty08059@gmail.com" userId="3b1bebe219893db7" providerId="LiveId" clId="{3987A655-7E53-4E60-A820-DDFD27899FAE}" dt="2025-11-14T13:32:38.567" v="204" actId="1076"/>
          <ac:spMkLst>
            <pc:docMk/>
            <pc:sldMk cId="979893901" sldId="260"/>
            <ac:spMk id="2" creationId="{314EF52F-0117-9FD7-0726-2CD94AF21D68}"/>
          </ac:spMkLst>
        </pc:spChg>
        <pc:spChg chg="del">
          <ac:chgData name="anukutty08059@gmail.com" userId="3b1bebe219893db7" providerId="LiveId" clId="{3987A655-7E53-4E60-A820-DDFD27899FAE}" dt="2025-11-14T13:32:51.243" v="205" actId="931"/>
          <ac:spMkLst>
            <pc:docMk/>
            <pc:sldMk cId="979893901" sldId="260"/>
            <ac:spMk id="3" creationId="{2D0A28E9-3C5F-E4E1-8EA7-CB86A3B3CEEE}"/>
          </ac:spMkLst>
        </pc:spChg>
        <pc:spChg chg="add del mod">
          <ac:chgData name="anukutty08059@gmail.com" userId="3b1bebe219893db7" providerId="LiveId" clId="{3987A655-7E53-4E60-A820-DDFD27899FAE}" dt="2025-11-14T13:33:35.923" v="209" actId="931"/>
          <ac:spMkLst>
            <pc:docMk/>
            <pc:sldMk cId="979893901" sldId="260"/>
            <ac:spMk id="7" creationId="{D595E3EC-C1A0-A7A7-9CCB-7C7252152B02}"/>
          </ac:spMkLst>
        </pc:spChg>
        <pc:spChg chg="add mod">
          <ac:chgData name="anukutty08059@gmail.com" userId="3b1bebe219893db7" providerId="LiveId" clId="{3987A655-7E53-4E60-A820-DDFD27899FAE}" dt="2025-11-14T13:34:15.824" v="216" actId="1076"/>
          <ac:spMkLst>
            <pc:docMk/>
            <pc:sldMk cId="979893901" sldId="260"/>
            <ac:spMk id="10" creationId="{6AE9C7EC-E714-4D85-F3EE-BC56DCC0E902}"/>
          </ac:spMkLst>
        </pc:spChg>
        <pc:picChg chg="add del mod">
          <ac:chgData name="anukutty08059@gmail.com" userId="3b1bebe219893db7" providerId="LiveId" clId="{3987A655-7E53-4E60-A820-DDFD27899FAE}" dt="2025-11-14T13:33:04.390" v="208" actId="21"/>
          <ac:picMkLst>
            <pc:docMk/>
            <pc:sldMk cId="979893901" sldId="260"/>
            <ac:picMk id="5" creationId="{5383A2F7-9AE8-7F6E-1237-3A47CC20B14D}"/>
          </ac:picMkLst>
        </pc:picChg>
        <pc:picChg chg="add mod">
          <ac:chgData name="anukutty08059@gmail.com" userId="3b1bebe219893db7" providerId="LiveId" clId="{3987A655-7E53-4E60-A820-DDFD27899FAE}" dt="2025-11-14T13:51:10.912" v="453" actId="1076"/>
          <ac:picMkLst>
            <pc:docMk/>
            <pc:sldMk cId="979893901" sldId="260"/>
            <ac:picMk id="9" creationId="{9D10E7A2-7679-FF3E-12E7-DCF540167140}"/>
          </ac:picMkLst>
        </pc:picChg>
      </pc:sldChg>
      <pc:sldChg chg="addSp delSp modSp new mod">
        <pc:chgData name="anukutty08059@gmail.com" userId="3b1bebe219893db7" providerId="LiveId" clId="{3987A655-7E53-4E60-A820-DDFD27899FAE}" dt="2025-11-14T13:36:00.847" v="235" actId="1076"/>
        <pc:sldMkLst>
          <pc:docMk/>
          <pc:sldMk cId="1036695576" sldId="261"/>
        </pc:sldMkLst>
        <pc:spChg chg="mod">
          <ac:chgData name="anukutty08059@gmail.com" userId="3b1bebe219893db7" providerId="LiveId" clId="{3987A655-7E53-4E60-A820-DDFD27899FAE}" dt="2025-11-14T13:34:52.543" v="223" actId="1076"/>
          <ac:spMkLst>
            <pc:docMk/>
            <pc:sldMk cId="1036695576" sldId="261"/>
            <ac:spMk id="2" creationId="{AC8D3557-F9B8-ADEB-176E-F878E0EF5B4E}"/>
          </ac:spMkLst>
        </pc:spChg>
        <pc:spChg chg="del">
          <ac:chgData name="anukutty08059@gmail.com" userId="3b1bebe219893db7" providerId="LiveId" clId="{3987A655-7E53-4E60-A820-DDFD27899FAE}" dt="2025-11-14T13:35:02.633" v="224" actId="931"/>
          <ac:spMkLst>
            <pc:docMk/>
            <pc:sldMk cId="1036695576" sldId="261"/>
            <ac:spMk id="3" creationId="{5BB65070-3470-B6A1-F173-3F16C53D65CF}"/>
          </ac:spMkLst>
        </pc:spChg>
        <pc:spChg chg="add mod">
          <ac:chgData name="anukutty08059@gmail.com" userId="3b1bebe219893db7" providerId="LiveId" clId="{3987A655-7E53-4E60-A820-DDFD27899FAE}" dt="2025-11-14T13:36:00.847" v="235" actId="1076"/>
          <ac:spMkLst>
            <pc:docMk/>
            <pc:sldMk cId="1036695576" sldId="261"/>
            <ac:spMk id="6" creationId="{A70D6DD3-0061-78DB-95C4-5C806CF41FA0}"/>
          </ac:spMkLst>
        </pc:spChg>
        <pc:picChg chg="add mod">
          <ac:chgData name="anukutty08059@gmail.com" userId="3b1bebe219893db7" providerId="LiveId" clId="{3987A655-7E53-4E60-A820-DDFD27899FAE}" dt="2025-11-14T13:35:55.351" v="234" actId="1076"/>
          <ac:picMkLst>
            <pc:docMk/>
            <pc:sldMk cId="1036695576" sldId="261"/>
            <ac:picMk id="5" creationId="{7CEDB0BE-8943-5652-9B88-890FCEC6CC4E}"/>
          </ac:picMkLst>
        </pc:picChg>
      </pc:sldChg>
      <pc:sldChg chg="addSp delSp modSp new mod">
        <pc:chgData name="anukutty08059@gmail.com" userId="3b1bebe219893db7" providerId="LiveId" clId="{3987A655-7E53-4E60-A820-DDFD27899FAE}" dt="2025-11-14T13:37:17.121" v="250" actId="14100"/>
        <pc:sldMkLst>
          <pc:docMk/>
          <pc:sldMk cId="1459415345" sldId="262"/>
        </pc:sldMkLst>
        <pc:spChg chg="mod">
          <ac:chgData name="anukutty08059@gmail.com" userId="3b1bebe219893db7" providerId="LiveId" clId="{3987A655-7E53-4E60-A820-DDFD27899FAE}" dt="2025-11-14T13:36:32.151" v="241" actId="1076"/>
          <ac:spMkLst>
            <pc:docMk/>
            <pc:sldMk cId="1459415345" sldId="262"/>
            <ac:spMk id="2" creationId="{33D23356-5DDD-F47F-D9F1-9180028B7960}"/>
          </ac:spMkLst>
        </pc:spChg>
        <pc:spChg chg="del">
          <ac:chgData name="anukutty08059@gmail.com" userId="3b1bebe219893db7" providerId="LiveId" clId="{3987A655-7E53-4E60-A820-DDFD27899FAE}" dt="2025-11-14T13:36:42.726" v="242" actId="931"/>
          <ac:spMkLst>
            <pc:docMk/>
            <pc:sldMk cId="1459415345" sldId="262"/>
            <ac:spMk id="3" creationId="{8818E7C3-BA5C-1F53-0105-BC912F99CADC}"/>
          </ac:spMkLst>
        </pc:spChg>
        <pc:spChg chg="add mod">
          <ac:chgData name="anukutty08059@gmail.com" userId="3b1bebe219893db7" providerId="LiveId" clId="{3987A655-7E53-4E60-A820-DDFD27899FAE}" dt="2025-11-14T13:37:17.121" v="250" actId="14100"/>
          <ac:spMkLst>
            <pc:docMk/>
            <pc:sldMk cId="1459415345" sldId="262"/>
            <ac:spMk id="6" creationId="{2FFB428F-81C0-488A-F57C-C6549A36C8A9}"/>
          </ac:spMkLst>
        </pc:spChg>
        <pc:picChg chg="add mod">
          <ac:chgData name="anukutty08059@gmail.com" userId="3b1bebe219893db7" providerId="LiveId" clId="{3987A655-7E53-4E60-A820-DDFD27899FAE}" dt="2025-11-14T13:36:49.872" v="247" actId="1076"/>
          <ac:picMkLst>
            <pc:docMk/>
            <pc:sldMk cId="1459415345" sldId="262"/>
            <ac:picMk id="5" creationId="{29E6588F-440F-6F4C-8624-8091A3DA0BD7}"/>
          </ac:picMkLst>
        </pc:picChg>
      </pc:sldChg>
      <pc:sldChg chg="addSp delSp modSp new mod">
        <pc:chgData name="anukutty08059@gmail.com" userId="3b1bebe219893db7" providerId="LiveId" clId="{3987A655-7E53-4E60-A820-DDFD27899FAE}" dt="2025-11-14T13:38:35.456" v="265" actId="1076"/>
        <pc:sldMkLst>
          <pc:docMk/>
          <pc:sldMk cId="3946760143" sldId="263"/>
        </pc:sldMkLst>
        <pc:spChg chg="mod">
          <ac:chgData name="anukutty08059@gmail.com" userId="3b1bebe219893db7" providerId="LiveId" clId="{3987A655-7E53-4E60-A820-DDFD27899FAE}" dt="2025-11-14T13:37:45.311" v="256" actId="1076"/>
          <ac:spMkLst>
            <pc:docMk/>
            <pc:sldMk cId="3946760143" sldId="263"/>
            <ac:spMk id="2" creationId="{CED9A615-CCB5-D2E2-6A27-422B8E3AFE4F}"/>
          </ac:spMkLst>
        </pc:spChg>
        <pc:spChg chg="del">
          <ac:chgData name="anukutty08059@gmail.com" userId="3b1bebe219893db7" providerId="LiveId" clId="{3987A655-7E53-4E60-A820-DDFD27899FAE}" dt="2025-11-14T13:37:55.575" v="257" actId="931"/>
          <ac:spMkLst>
            <pc:docMk/>
            <pc:sldMk cId="3946760143" sldId="263"/>
            <ac:spMk id="3" creationId="{05230718-CC2B-B60E-2E93-85FC4EE7A4C9}"/>
          </ac:spMkLst>
        </pc:spChg>
        <pc:spChg chg="add mod">
          <ac:chgData name="anukutty08059@gmail.com" userId="3b1bebe219893db7" providerId="LiveId" clId="{3987A655-7E53-4E60-A820-DDFD27899FAE}" dt="2025-11-14T13:38:35.456" v="265" actId="1076"/>
          <ac:spMkLst>
            <pc:docMk/>
            <pc:sldMk cId="3946760143" sldId="263"/>
            <ac:spMk id="6" creationId="{11AF30E8-EF1E-FA58-78AD-FFC02A565616}"/>
          </ac:spMkLst>
        </pc:spChg>
        <pc:picChg chg="add mod">
          <ac:chgData name="anukutty08059@gmail.com" userId="3b1bebe219893db7" providerId="LiveId" clId="{3987A655-7E53-4E60-A820-DDFD27899FAE}" dt="2025-11-14T13:38:00.632" v="261" actId="14100"/>
          <ac:picMkLst>
            <pc:docMk/>
            <pc:sldMk cId="3946760143" sldId="263"/>
            <ac:picMk id="5" creationId="{4A3D1D1B-6395-6535-6EC4-AC0D8F0C7C74}"/>
          </ac:picMkLst>
        </pc:picChg>
      </pc:sldChg>
      <pc:sldChg chg="addSp delSp modSp new mod">
        <pc:chgData name="anukutty08059@gmail.com" userId="3b1bebe219893db7" providerId="LiveId" clId="{3987A655-7E53-4E60-A820-DDFD27899FAE}" dt="2025-11-14T13:40:04.591" v="287" actId="1076"/>
        <pc:sldMkLst>
          <pc:docMk/>
          <pc:sldMk cId="4192733678" sldId="264"/>
        </pc:sldMkLst>
        <pc:spChg chg="mod">
          <ac:chgData name="anukutty08059@gmail.com" userId="3b1bebe219893db7" providerId="LiveId" clId="{3987A655-7E53-4E60-A820-DDFD27899FAE}" dt="2025-11-14T13:39:07.919" v="271" actId="1076"/>
          <ac:spMkLst>
            <pc:docMk/>
            <pc:sldMk cId="4192733678" sldId="264"/>
            <ac:spMk id="2" creationId="{27334551-D511-9708-4C28-80E6E4C476CF}"/>
          </ac:spMkLst>
        </pc:spChg>
        <pc:spChg chg="del">
          <ac:chgData name="anukutty08059@gmail.com" userId="3b1bebe219893db7" providerId="LiveId" clId="{3987A655-7E53-4E60-A820-DDFD27899FAE}" dt="2025-11-14T13:39:17.918" v="272" actId="931"/>
          <ac:spMkLst>
            <pc:docMk/>
            <pc:sldMk cId="4192733678" sldId="264"/>
            <ac:spMk id="3" creationId="{3AFAA4E3-081A-37FE-98BB-2E6E1A661A76}"/>
          </ac:spMkLst>
        </pc:spChg>
        <pc:spChg chg="add mod">
          <ac:chgData name="anukutty08059@gmail.com" userId="3b1bebe219893db7" providerId="LiveId" clId="{3987A655-7E53-4E60-A820-DDFD27899FAE}" dt="2025-11-14T13:40:04.591" v="287" actId="1076"/>
          <ac:spMkLst>
            <pc:docMk/>
            <pc:sldMk cId="4192733678" sldId="264"/>
            <ac:spMk id="6" creationId="{F67D25C6-D665-E720-1406-BEA6A12503D1}"/>
          </ac:spMkLst>
        </pc:spChg>
        <pc:picChg chg="add mod">
          <ac:chgData name="anukutty08059@gmail.com" userId="3b1bebe219893db7" providerId="LiveId" clId="{3987A655-7E53-4E60-A820-DDFD27899FAE}" dt="2025-11-14T13:39:59.983" v="286" actId="1076"/>
          <ac:picMkLst>
            <pc:docMk/>
            <pc:sldMk cId="4192733678" sldId="264"/>
            <ac:picMk id="5" creationId="{3909F341-7BA8-9950-DA7B-77CAB38FB205}"/>
          </ac:picMkLst>
        </pc:picChg>
      </pc:sldChg>
      <pc:sldChg chg="modSp new mod">
        <pc:chgData name="anukutty08059@gmail.com" userId="3b1bebe219893db7" providerId="LiveId" clId="{3987A655-7E53-4E60-A820-DDFD27899FAE}" dt="2025-11-14T13:42:20.928" v="313" actId="20577"/>
        <pc:sldMkLst>
          <pc:docMk/>
          <pc:sldMk cId="2557365916" sldId="265"/>
        </pc:sldMkLst>
        <pc:spChg chg="mod">
          <ac:chgData name="anukutty08059@gmail.com" userId="3b1bebe219893db7" providerId="LiveId" clId="{3987A655-7E53-4E60-A820-DDFD27899FAE}" dt="2025-11-14T13:42:04.480" v="310" actId="14100"/>
          <ac:spMkLst>
            <pc:docMk/>
            <pc:sldMk cId="2557365916" sldId="265"/>
            <ac:spMk id="2" creationId="{82DFAFA0-E59C-408B-D9CF-7406C3B7DBEA}"/>
          </ac:spMkLst>
        </pc:spChg>
        <pc:spChg chg="mod">
          <ac:chgData name="anukutty08059@gmail.com" userId="3b1bebe219893db7" providerId="LiveId" clId="{3987A655-7E53-4E60-A820-DDFD27899FAE}" dt="2025-11-14T13:42:20.928" v="313" actId="20577"/>
          <ac:spMkLst>
            <pc:docMk/>
            <pc:sldMk cId="2557365916" sldId="265"/>
            <ac:spMk id="3" creationId="{5C448EF9-51E0-27D9-7DB4-0442C7A71A11}"/>
          </ac:spMkLst>
        </pc:spChg>
      </pc:sldChg>
      <pc:sldChg chg="modSp new mod">
        <pc:chgData name="anukutty08059@gmail.com" userId="3b1bebe219893db7" providerId="LiveId" clId="{3987A655-7E53-4E60-A820-DDFD27899FAE}" dt="2025-11-14T13:44:20.040" v="379" actId="1076"/>
        <pc:sldMkLst>
          <pc:docMk/>
          <pc:sldMk cId="1378197411" sldId="266"/>
        </pc:sldMkLst>
        <pc:spChg chg="mod">
          <ac:chgData name="anukutty08059@gmail.com" userId="3b1bebe219893db7" providerId="LiveId" clId="{3987A655-7E53-4E60-A820-DDFD27899FAE}" dt="2025-11-14T13:44:20.040" v="379" actId="1076"/>
          <ac:spMkLst>
            <pc:docMk/>
            <pc:sldMk cId="1378197411" sldId="266"/>
            <ac:spMk id="2" creationId="{897AE6B0-7E56-8DB4-E9FA-6C54B9B36902}"/>
          </ac:spMkLst>
        </pc:spChg>
      </pc:sldChg>
      <pc:sldChg chg="new del">
        <pc:chgData name="anukutty08059@gmail.com" userId="3b1bebe219893db7" providerId="LiveId" clId="{3987A655-7E53-4E60-A820-DDFD27899FAE}" dt="2025-11-14T13:52:10.386" v="455" actId="680"/>
        <pc:sldMkLst>
          <pc:docMk/>
          <pc:sldMk cId="1735573485" sldId="267"/>
        </pc:sldMkLst>
      </pc:sldChg>
      <pc:sldChg chg="modSp new mod">
        <pc:chgData name="anukutty08059@gmail.com" userId="3b1bebe219893db7" providerId="LiveId" clId="{3987A655-7E53-4E60-A820-DDFD27899FAE}" dt="2025-11-14T13:58:39.922" v="507" actId="13926"/>
        <pc:sldMkLst>
          <pc:docMk/>
          <pc:sldMk cId="4033831108" sldId="267"/>
        </pc:sldMkLst>
        <pc:spChg chg="mod">
          <ac:chgData name="anukutty08059@gmail.com" userId="3b1bebe219893db7" providerId="LiveId" clId="{3987A655-7E53-4E60-A820-DDFD27899FAE}" dt="2025-11-14T13:58:39.922" v="507" actId="13926"/>
          <ac:spMkLst>
            <pc:docMk/>
            <pc:sldMk cId="4033831108" sldId="267"/>
            <ac:spMk id="2" creationId="{C3232701-75F4-298C-166A-BC170C44D09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326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8039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5919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462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17616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303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9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2427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6766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918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444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967841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415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0846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76080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8243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8399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CE4CD-7769-4B48-B0CC-2EC9BC92F4CF}" type="datetimeFigureOut">
              <a:rPr lang="en-IN" smtClean="0"/>
              <a:t>14-11-2025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427627-CE49-4908-BB91-60FA32A643B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9985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55" r:id="rId1"/>
    <p:sldLayoutId id="2147483956" r:id="rId2"/>
    <p:sldLayoutId id="2147483957" r:id="rId3"/>
    <p:sldLayoutId id="2147483958" r:id="rId4"/>
    <p:sldLayoutId id="2147483959" r:id="rId5"/>
    <p:sldLayoutId id="2147483960" r:id="rId6"/>
    <p:sldLayoutId id="2147483961" r:id="rId7"/>
    <p:sldLayoutId id="2147483962" r:id="rId8"/>
    <p:sldLayoutId id="2147483963" r:id="rId9"/>
    <p:sldLayoutId id="2147483964" r:id="rId10"/>
    <p:sldLayoutId id="2147483965" r:id="rId11"/>
    <p:sldLayoutId id="2147483966" r:id="rId12"/>
    <p:sldLayoutId id="2147483967" r:id="rId13"/>
    <p:sldLayoutId id="2147483968" r:id="rId14"/>
    <p:sldLayoutId id="2147483969" r:id="rId15"/>
    <p:sldLayoutId id="2147483970" r:id="rId16"/>
    <p:sldLayoutId id="214748397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32701-75F4-298C-166A-BC170C44D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808999"/>
            <a:ext cx="10353761" cy="3240002"/>
          </a:xfrm>
        </p:spPr>
        <p:txBody>
          <a:bodyPr>
            <a:normAutofit fontScale="90000"/>
          </a:bodyPr>
          <a:lstStyle/>
          <a:p>
            <a:r>
              <a:rPr lang="en-IN" dirty="0"/>
              <a:t>Task 2  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Data Visualization &amp; Storytelling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Superstore Sales Analysis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Data Analyst Internship</a:t>
            </a:r>
            <a:br>
              <a:rPr lang="en-IN" dirty="0"/>
            </a:br>
            <a:br>
              <a:rPr lang="en-IN" dirty="0"/>
            </a:br>
            <a:r>
              <a:rPr lang="en-IN" dirty="0"/>
              <a:t>Name: </a:t>
            </a:r>
            <a:r>
              <a:rPr lang="en-IN" dirty="0" err="1"/>
              <a:t>S.Anusuya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831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7B4BE-DC5E-3286-07B1-FC2287549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5998" y="188997"/>
            <a:ext cx="4320004" cy="1125720"/>
          </a:xfrm>
        </p:spPr>
        <p:txBody>
          <a:bodyPr>
            <a:normAutofit/>
          </a:bodyPr>
          <a:lstStyle/>
          <a:p>
            <a:r>
              <a:rPr lang="en-IN" sz="3200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123917-E6A6-6D1A-6696-5CA57CB0D1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5632" y="1268998"/>
            <a:ext cx="9900736" cy="4320004"/>
          </a:xfrm>
        </p:spPr>
        <p:txBody>
          <a:bodyPr>
            <a:normAutofit fontScale="25000" lnSpcReduction="20000"/>
          </a:bodyPr>
          <a:lstStyle/>
          <a:p>
            <a:pPr algn="l"/>
            <a:endParaRPr lang="en-IN" sz="8000" b="1" dirty="0"/>
          </a:p>
          <a:p>
            <a:pPr algn="l"/>
            <a:r>
              <a:rPr lang="en-IN" sz="8000" b="1" dirty="0"/>
              <a:t>Objective: </a:t>
            </a:r>
            <a:r>
              <a:rPr lang="en-IN" sz="8000" dirty="0"/>
              <a:t>To </a:t>
            </a:r>
            <a:r>
              <a:rPr lang="en-IN" sz="8000" dirty="0" err="1"/>
              <a:t>analyze</a:t>
            </a:r>
            <a:r>
              <a:rPr lang="en-IN" sz="8000" dirty="0"/>
              <a:t> Superstore sales data and create meaningful visualizations that tell a business story.</a:t>
            </a:r>
          </a:p>
          <a:p>
            <a:pPr algn="l"/>
            <a:r>
              <a:rPr lang="en-IN" sz="8000" b="1" dirty="0"/>
              <a:t>Tools Used:</a:t>
            </a:r>
            <a:r>
              <a:rPr lang="en-IN" sz="8000" dirty="0"/>
              <a:t> Tableau</a:t>
            </a:r>
            <a:br>
              <a:rPr lang="en-IN" sz="8000" dirty="0"/>
            </a:br>
            <a:endParaRPr lang="en-IN" sz="8000" dirty="0"/>
          </a:p>
          <a:p>
            <a:pPr algn="l"/>
            <a:r>
              <a:rPr lang="en-IN" sz="8000" b="1" dirty="0"/>
              <a:t>Dataset:</a:t>
            </a:r>
            <a:r>
              <a:rPr lang="en-IN" sz="8000" dirty="0"/>
              <a:t> Sample Superstore Dataset (CSV)</a:t>
            </a:r>
            <a:br>
              <a:rPr lang="en-IN" sz="8000" dirty="0"/>
            </a:br>
            <a:endParaRPr lang="en-IN" sz="8000" dirty="0"/>
          </a:p>
          <a:p>
            <a:pPr algn="l"/>
            <a:r>
              <a:rPr lang="en-IN" sz="8000" b="1" dirty="0"/>
              <a:t>Focus Areas:</a:t>
            </a:r>
            <a:endParaRPr lang="en-IN" sz="8000" dirty="0"/>
          </a:p>
          <a:p>
            <a:pPr marL="1371600" indent="-1371600" algn="l">
              <a:buFont typeface="Wingdings" panose="05000000000000000000" pitchFamily="2" charset="2"/>
              <a:buChar char="v"/>
            </a:pPr>
            <a:r>
              <a:rPr lang="en-IN" sz="8000" dirty="0"/>
              <a:t>Sales performance</a:t>
            </a:r>
          </a:p>
          <a:p>
            <a:pPr marL="1371600" indent="-1371600" algn="l">
              <a:buFont typeface="Wingdings" panose="05000000000000000000" pitchFamily="2" charset="2"/>
              <a:buChar char="v"/>
            </a:pPr>
            <a:r>
              <a:rPr lang="en-IN" sz="8000" dirty="0"/>
              <a:t>Profitability</a:t>
            </a:r>
          </a:p>
          <a:p>
            <a:pPr marL="1371600" indent="-1371600" algn="l">
              <a:buFont typeface="Wingdings" panose="05000000000000000000" pitchFamily="2" charset="2"/>
              <a:buChar char="v"/>
            </a:pPr>
            <a:r>
              <a:rPr lang="en-IN" sz="8000" dirty="0"/>
              <a:t>Seasonality</a:t>
            </a:r>
          </a:p>
          <a:p>
            <a:pPr marL="1371600" indent="-1371600" algn="l">
              <a:buFont typeface="Wingdings" panose="05000000000000000000" pitchFamily="2" charset="2"/>
              <a:buChar char="v"/>
            </a:pPr>
            <a:r>
              <a:rPr lang="en-IN" sz="8000" dirty="0"/>
              <a:t>Category distribution</a:t>
            </a:r>
          </a:p>
          <a:p>
            <a:pPr marL="1371600" indent="-1371600" algn="l">
              <a:buFont typeface="Wingdings" panose="05000000000000000000" pitchFamily="2" charset="2"/>
              <a:buChar char="v"/>
            </a:pPr>
            <a:r>
              <a:rPr lang="en-IN" sz="8000" dirty="0"/>
              <a:t>High/low performing segments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3728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D8743-66C6-481A-1490-67AB0BC9D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95" y="98163"/>
            <a:ext cx="4096880" cy="1080001"/>
          </a:xfrm>
        </p:spPr>
        <p:txBody>
          <a:bodyPr>
            <a:normAutofit/>
          </a:bodyPr>
          <a:lstStyle/>
          <a:p>
            <a:r>
              <a:rPr lang="en-IN" sz="2000" dirty="0"/>
              <a:t>Sales by Category                                 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42DD95-041A-0F0E-5E79-F69AB70357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997" y="1138122"/>
            <a:ext cx="8640008" cy="459000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AF0F4E7-B6A6-7473-8D5F-4403878A23C9}"/>
              </a:ext>
            </a:extLst>
          </p:cNvPr>
          <p:cNvSpPr txBox="1"/>
          <p:nvPr/>
        </p:nvSpPr>
        <p:spPr>
          <a:xfrm>
            <a:off x="1775996" y="6121755"/>
            <a:ext cx="9720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Technology contributes the highest sales, followed by Furniture and Office Supplies. This shows Technology is the strongest revenue-generating category.</a:t>
            </a:r>
          </a:p>
        </p:txBody>
      </p:sp>
    </p:spTree>
    <p:extLst>
      <p:ext uri="{BB962C8B-B14F-4D97-AF65-F5344CB8AC3E}">
        <p14:creationId xmlns:p14="http://schemas.microsoft.com/office/powerpoint/2010/main" val="1017211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EF52F-0117-9FD7-0726-2CD94AF21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95" y="188997"/>
            <a:ext cx="4102204" cy="659398"/>
          </a:xfrm>
        </p:spPr>
        <p:txBody>
          <a:bodyPr>
            <a:normAutofit/>
          </a:bodyPr>
          <a:lstStyle/>
          <a:p>
            <a:r>
              <a:rPr lang="en-IN" sz="2000" dirty="0"/>
              <a:t>Profit by Sub-Category</a:t>
            </a:r>
          </a:p>
        </p:txBody>
      </p:sp>
      <p:pic>
        <p:nvPicPr>
          <p:cNvPr id="9" name="Content Placeholder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D10E7A2-7679-FF3E-12E7-DCF5401671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9320" y="1268998"/>
            <a:ext cx="7560007" cy="4020191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AE9C7EC-E714-4D85-F3EE-BC56DCC0E902}"/>
              </a:ext>
            </a:extLst>
          </p:cNvPr>
          <p:cNvSpPr txBox="1"/>
          <p:nvPr/>
        </p:nvSpPr>
        <p:spPr>
          <a:xfrm>
            <a:off x="1775996" y="5585278"/>
            <a:ext cx="86400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Phones, Copiers, and Accessories generate strong profit levels.</a:t>
            </a:r>
            <a:br>
              <a:rPr lang="en-IN"/>
            </a:br>
            <a:r>
              <a:rPr lang="en-IN"/>
              <a:t>Tables and Bookcases show negative profit, indicating discount or cost-related issues.</a:t>
            </a:r>
          </a:p>
        </p:txBody>
      </p:sp>
    </p:spTree>
    <p:extLst>
      <p:ext uri="{BB962C8B-B14F-4D97-AF65-F5344CB8AC3E}">
        <p14:creationId xmlns:p14="http://schemas.microsoft.com/office/powerpoint/2010/main" val="979893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3557-F9B8-ADEB-176E-F878E0EF5B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95" y="188997"/>
            <a:ext cx="4102204" cy="659398"/>
          </a:xfrm>
        </p:spPr>
        <p:txBody>
          <a:bodyPr>
            <a:normAutofit/>
          </a:bodyPr>
          <a:lstStyle/>
          <a:p>
            <a:r>
              <a:rPr lang="en-IN" sz="2000" dirty="0"/>
              <a:t>Monthly Sales Trend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CEDB0BE-8943-5652-9B88-890FCEC6CC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996" y="997946"/>
            <a:ext cx="8640008" cy="444150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70D6DD3-0061-78DB-95C4-5C806CF41FA0}"/>
              </a:ext>
            </a:extLst>
          </p:cNvPr>
          <p:cNvSpPr txBox="1"/>
          <p:nvPr/>
        </p:nvSpPr>
        <p:spPr>
          <a:xfrm>
            <a:off x="1775996" y="5860054"/>
            <a:ext cx="7189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Sales show clear seasonality, with major peaks in November and December due to holiday and festival purchases.</a:t>
            </a:r>
          </a:p>
        </p:txBody>
      </p:sp>
    </p:spTree>
    <p:extLst>
      <p:ext uri="{BB962C8B-B14F-4D97-AF65-F5344CB8AC3E}">
        <p14:creationId xmlns:p14="http://schemas.microsoft.com/office/powerpoint/2010/main" val="1036695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23356-5DDD-F47F-D9F1-9180028B7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95" y="188997"/>
            <a:ext cx="5182205" cy="659398"/>
          </a:xfrm>
        </p:spPr>
        <p:txBody>
          <a:bodyPr>
            <a:normAutofit/>
          </a:bodyPr>
          <a:lstStyle/>
          <a:p>
            <a:r>
              <a:rPr lang="en-IN" sz="2000" dirty="0"/>
              <a:t>Category &amp; Sub-Category Sales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E6588F-440F-6F4C-8624-8091A3DA0B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4096" y="848395"/>
            <a:ext cx="8123807" cy="432000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FB428F-81C0-488A-F57C-C6549A36C8A9}"/>
              </a:ext>
            </a:extLst>
          </p:cNvPr>
          <p:cNvSpPr txBox="1"/>
          <p:nvPr/>
        </p:nvSpPr>
        <p:spPr>
          <a:xfrm>
            <a:off x="1775996" y="5589002"/>
            <a:ext cx="8640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Phones, Chairs, and Storage dominate sales within their respective categories.</a:t>
            </a:r>
            <a:br>
              <a:rPr lang="en-IN" dirty="0"/>
            </a:br>
            <a:r>
              <a:rPr lang="en-IN" dirty="0"/>
              <a:t>Some sub-categories require attention due to low contribution.</a:t>
            </a:r>
          </a:p>
        </p:txBody>
      </p:sp>
    </p:spTree>
    <p:extLst>
      <p:ext uri="{BB962C8B-B14F-4D97-AF65-F5344CB8AC3E}">
        <p14:creationId xmlns:p14="http://schemas.microsoft.com/office/powerpoint/2010/main" val="1459415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D9A615-CCB5-D2E2-6A27-422B8E3A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88997"/>
            <a:ext cx="3022203" cy="659398"/>
          </a:xfrm>
        </p:spPr>
        <p:txBody>
          <a:bodyPr>
            <a:normAutofit/>
          </a:bodyPr>
          <a:lstStyle/>
          <a:p>
            <a:r>
              <a:rPr lang="en-IN" sz="2000" dirty="0"/>
              <a:t>Sales vs Profit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3D1D1B-6395-6535-6EC4-AC0D8F0C7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995" y="1268998"/>
            <a:ext cx="7560007" cy="4035942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AF30E8-EF1E-FA58-78AD-FFC02A565616}"/>
              </a:ext>
            </a:extLst>
          </p:cNvPr>
          <p:cNvSpPr txBox="1"/>
          <p:nvPr/>
        </p:nvSpPr>
        <p:spPr>
          <a:xfrm>
            <a:off x="1237279" y="5589002"/>
            <a:ext cx="104160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Higher sales do not always mean higher profit.</a:t>
            </a:r>
            <a:br>
              <a:rPr lang="en-IN" dirty="0"/>
            </a:br>
            <a:r>
              <a:rPr lang="en-IN" dirty="0"/>
              <a:t>Some products with strong sales still show low or negative profit, pointing to pricing or discount problems.</a:t>
            </a:r>
          </a:p>
        </p:txBody>
      </p:sp>
    </p:spTree>
    <p:extLst>
      <p:ext uri="{BB962C8B-B14F-4D97-AF65-F5344CB8AC3E}">
        <p14:creationId xmlns:p14="http://schemas.microsoft.com/office/powerpoint/2010/main" val="3946760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34551-D511-9708-4C28-80E6E4C47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812" y="188997"/>
            <a:ext cx="6262206" cy="659398"/>
          </a:xfrm>
        </p:spPr>
        <p:txBody>
          <a:bodyPr>
            <a:normAutofit/>
          </a:bodyPr>
          <a:lstStyle/>
          <a:p>
            <a:r>
              <a:rPr lang="en-IN" sz="2000" dirty="0"/>
              <a:t>Category-Wise Sales Distribution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909F341-7BA8-9950-DA7B-77CAB38FB2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996" y="848395"/>
            <a:ext cx="8640008" cy="460800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7D25C6-D665-E720-1406-BEA6A12503D1}"/>
              </a:ext>
            </a:extLst>
          </p:cNvPr>
          <p:cNvSpPr txBox="1"/>
          <p:nvPr/>
        </p:nvSpPr>
        <p:spPr>
          <a:xfrm>
            <a:off x="695994" y="5792632"/>
            <a:ext cx="108000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Technology holds the largest share of total sales, followed by Furniture and Office Supplies.</a:t>
            </a:r>
            <a:br>
              <a:rPr lang="en-IN" dirty="0"/>
            </a:br>
            <a:r>
              <a:rPr lang="en-IN" dirty="0"/>
              <a:t>This indicates priority areas for sales strategy and marketing focus.</a:t>
            </a:r>
          </a:p>
        </p:txBody>
      </p:sp>
    </p:spTree>
    <p:extLst>
      <p:ext uri="{BB962C8B-B14F-4D97-AF65-F5344CB8AC3E}">
        <p14:creationId xmlns:p14="http://schemas.microsoft.com/office/powerpoint/2010/main" val="4192733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FAFA0-E59C-408B-D9CF-7406C3B7DB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5995" y="188997"/>
            <a:ext cx="3420730" cy="1080001"/>
          </a:xfrm>
        </p:spPr>
        <p:txBody>
          <a:bodyPr>
            <a:noAutofit/>
          </a:bodyPr>
          <a:lstStyle/>
          <a:p>
            <a:br>
              <a:rPr lang="en-IN" sz="3600" dirty="0"/>
            </a:br>
            <a:br>
              <a:rPr lang="en-IN" sz="3600" dirty="0"/>
            </a:br>
            <a:r>
              <a:rPr lang="en-IN" sz="3600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448EF9-51E0-27D9-7DB4-0442C7A71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5996" y="1268998"/>
            <a:ext cx="9001462" cy="1655762"/>
          </a:xfrm>
        </p:spPr>
        <p:txBody>
          <a:bodyPr>
            <a:noAutofit/>
          </a:bodyPr>
          <a:lstStyle/>
          <a:p>
            <a:pPr algn="l"/>
            <a:endParaRPr lang="en-IN" sz="2800" dirty="0"/>
          </a:p>
          <a:p>
            <a:pPr algn="l"/>
            <a:r>
              <a:rPr lang="en-IN" sz="2800" dirty="0"/>
              <a:t>This data visualization project provided insights into: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Sales performance across categories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Profitability patterns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Seasonal trends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Product-level sales variations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Discount impact on profit</a:t>
            </a: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57365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AE6B0-7E56-8DB4-E9FA-6C54B9B36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95" y="188997"/>
            <a:ext cx="10582210" cy="6059403"/>
          </a:xfrm>
        </p:spPr>
        <p:txBody>
          <a:bodyPr>
            <a:normAutofit/>
          </a:bodyPr>
          <a:lstStyle/>
          <a:p>
            <a:r>
              <a:rPr lang="en-IN" dirty="0"/>
              <a:t>Thank You</a:t>
            </a:r>
            <a:br>
              <a:rPr lang="en-IN" dirty="0"/>
            </a:br>
            <a:br>
              <a:rPr lang="en-IN" dirty="0"/>
            </a:br>
            <a:r>
              <a:rPr lang="en-IN" dirty="0"/>
              <a:t>Data Analyst Internship</a:t>
            </a:r>
            <a:br>
              <a:rPr lang="en-IN" dirty="0"/>
            </a:br>
            <a:br>
              <a:rPr lang="en-IN" dirty="0"/>
            </a:br>
            <a:r>
              <a:rPr lang="en-IN" dirty="0"/>
              <a:t>Task 2 Submission</a:t>
            </a:r>
            <a:br>
              <a:rPr lang="en-IN" dirty="0"/>
            </a:br>
            <a:br>
              <a:rPr lang="en-IN" dirty="0"/>
            </a:br>
            <a:r>
              <a:rPr lang="en-IN" dirty="0"/>
              <a:t>s. </a:t>
            </a:r>
            <a:r>
              <a:rPr lang="en-IN" dirty="0" err="1"/>
              <a:t>anusuya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81974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Damask</Template>
  <TotalTime>47</TotalTime>
  <Words>279</Words>
  <Application>Microsoft Office PowerPoint</Application>
  <PresentationFormat>Widescreen</PresentationFormat>
  <Paragraphs>33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Bookman Old Style</vt:lpstr>
      <vt:lpstr>Rockwell</vt:lpstr>
      <vt:lpstr>Wingdings</vt:lpstr>
      <vt:lpstr>Damask</vt:lpstr>
      <vt:lpstr>Task 2    Data Visualization &amp; Storytelling  Superstore Sales Analysis  Data Analyst Internship  Name: S.Anusuya</vt:lpstr>
      <vt:lpstr>INTRODUCTION</vt:lpstr>
      <vt:lpstr>Sales by Category                                  </vt:lpstr>
      <vt:lpstr>Profit by Sub-Category</vt:lpstr>
      <vt:lpstr>Monthly Sales Trend</vt:lpstr>
      <vt:lpstr>Category &amp; Sub-Category Sales</vt:lpstr>
      <vt:lpstr>Sales vs Profit</vt:lpstr>
      <vt:lpstr>Category-Wise Sales Distribution</vt:lpstr>
      <vt:lpstr>  CONCLUSION</vt:lpstr>
      <vt:lpstr>Thank You  Data Analyst Internship  Task 2 Submission  s. anusuya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anukutty08059@gmail.com</dc:creator>
  <cp:lastModifiedBy>anukutty08059@gmail.com</cp:lastModifiedBy>
  <cp:revision>1</cp:revision>
  <dcterms:created xsi:type="dcterms:W3CDTF">2025-11-14T13:11:26Z</dcterms:created>
  <dcterms:modified xsi:type="dcterms:W3CDTF">2025-11-14T13:59:11Z</dcterms:modified>
</cp:coreProperties>
</file>